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4C24D-3767-4AF0-B7F9-7557566F69AA}" v="1" dt="2026-08-12T16:50:20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F523-B357-7FE5-3EF5-975A73B5C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F8D6D-0D90-6973-928E-CD154E87A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13FCC-532C-03F3-6858-71CC03C1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A592-1A5C-6B68-C979-1942992E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8A7DE-F605-3637-9EDA-44E39982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14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79D9-0739-9472-3578-66304777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A2AD-7F5D-D2DA-55B5-B6AAAC7A5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88021-51F4-B157-E172-10962F1A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E14C-A110-5CCE-5CD4-01A2EF61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CD9B-16BA-FA2F-14C2-16483136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2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188C3-94C9-DC54-B3DC-E4F66571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2E721-861F-36F6-E7BB-A5292A36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3A21C-AF0A-30CC-A06E-ADB8BEF1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38667-83C2-42F4-CD92-0B2E774D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73455-8C45-0A50-AA81-87DA64C6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36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072E-AE24-7456-5F2E-265EA5BB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B14E1-C3EF-7540-3EF3-049217E5E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81838-2970-143A-A966-414334795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01AA6-95FC-FAFD-146B-79749BA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9C9B1-AA0D-D9D5-F63E-4F5737B9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B8756-1EDA-949D-B641-47EFBBE1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89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0F40-209E-1DDA-6FF3-D7FD4E83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71ECE-9B94-7FEC-4F03-6AF3E60EA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8C1E9-839C-E753-695A-0D28096E3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BD838-0613-2BAC-38C8-37FFF144E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86C82-CAD6-04CC-FD21-0F8357784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9A214-5100-443D-61FB-5710A436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154BD-6B77-9063-1348-5B353E8EA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465AE-1279-5113-CC3E-4080AAD5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1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73688-D1A3-5EC3-9880-843E8F4F5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1835A-4923-5A7C-5D04-B0F4B6E5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44FF6-C92A-1FB2-E792-173CAAA6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69115-92D0-171E-0AE9-8C753A74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9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DC568-7747-38AE-3A26-EF8F7B74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82C18-9EB4-A022-77F2-92499522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C2C5A-97E3-FB9C-2EF2-2AA2857D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749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BC8C-A59F-C114-F15D-68D7DA24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B086-70C5-FF30-2192-16C2E636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4A8CB-3C73-AF7B-C0BF-4FE33C35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6E64E-3CE7-D28E-35C7-0B58F986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23FA7-611E-7C8C-E69F-2894C0B6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DF5DF-9988-3139-D935-3FBD5F38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5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F61A-08AE-BFFB-CDE2-1A8CECA1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66BA3-5EE4-A005-52EA-0AC5902FC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39338-7084-8E9D-547E-9998546C3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9BAA-0807-FB43-4BFC-2271E298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C1F19-C739-BBAE-87A9-69DA8D67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A2EC4-083E-CDAD-C734-79EB67C8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4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B9E0-C3EB-416F-8F1A-BCED6F75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9EC00-0B4D-F29F-FC34-4116FDEDA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248B4-5080-DF54-13F7-320850EE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1EE55-0E1E-505E-266E-B11C93A6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C3C41-8F46-DA98-5B8A-0679841B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5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FEDE8-407C-C6A7-6E78-45D821E3D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B845E-B3A9-AEB9-AB2F-32CCF44A2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FE2ED-6CF6-77A0-493D-BBB90D9C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0903B-4FFF-E5BA-057D-391193D0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85DA2-AB8D-C445-BA48-BECD6654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1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4F266E-116D-F951-BE99-4B4AA05B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7FE29-C17C-54A9-ED74-A4E739475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3975E-67A0-6011-6A65-45B9EA495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3A6B6-16B2-4CD8-8DDB-48179D93871C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82B3D-65D1-AFAA-C875-89A247176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4FEFE-8821-C4D7-1DD0-2E462C7D3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C9F34-D88B-412B-8413-E8DA90777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02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021F-9A89-D8F3-CFE8-FDDDCF0DA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07152-A256-7DB5-1478-D7BB9F3BF2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85F6523-53AE-DC9F-2E68-66864DC50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" y="0"/>
            <a:ext cx="12179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78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3558F-38B7-8F23-0D7A-50B8FCA04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5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731A4D-E64C-951C-B8BD-77FF47589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5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BEB9DE-7CA5-689C-27BC-3EC785926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2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1DB5EC-E505-373C-98B0-F356DB60D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7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D528D2-01A4-CDBD-A53F-0C0DA4B9B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8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94536-3626-E37F-6278-23D92ABFF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7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2C744-E39A-34CA-7453-57E31081D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9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5FE47A-5327-1C38-AB40-6C23DE5F0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3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AB18E-D19C-147B-7CF4-124F7FAF3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24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Vamsidhar Kotakonda</dc:creator>
  <cp:lastModifiedBy>Vamsidhar Kotakonda</cp:lastModifiedBy>
  <cp:revision>2</cp:revision>
  <dcterms:created xsi:type="dcterms:W3CDTF">2026-08-12T16:43:38Z</dcterms:created>
  <dcterms:modified xsi:type="dcterms:W3CDTF">2026-08-12T17:05:38Z</dcterms:modified>
</cp:coreProperties>
</file>